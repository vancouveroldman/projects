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6" r:id="rId8"/>
    <p:sldId id="26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F21FB7-8CD4-4464-B7ED-72F9015F22F6}" v="6" dt="2026-02-12T17:51:21.5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528" y="2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Liu" userId="586e31c1-b4f5-42dc-992c-03faa1ddbd00" providerId="ADAL" clId="{75FEB2F2-4515-4203-AB8A-56FFA5125F4C}"/>
    <pc:docChg chg="undo custSel delSld modSld">
      <pc:chgData name="Alex Liu" userId="586e31c1-b4f5-42dc-992c-03faa1ddbd00" providerId="ADAL" clId="{75FEB2F2-4515-4203-AB8A-56FFA5125F4C}" dt="2026-02-12T17:55:58.719" v="71" actId="26606"/>
      <pc:docMkLst>
        <pc:docMk/>
      </pc:docMkLst>
      <pc:sldChg chg="addSp modSp mod setBg addAnim">
        <pc:chgData name="Alex Liu" userId="586e31c1-b4f5-42dc-992c-03faa1ddbd00" providerId="ADAL" clId="{75FEB2F2-4515-4203-AB8A-56FFA5125F4C}" dt="2026-02-12T17:55:23.151" v="67"/>
        <pc:sldMkLst>
          <pc:docMk/>
          <pc:sldMk cId="0" sldId="256"/>
        </pc:sldMkLst>
        <pc:spChg chg="mod">
          <ac:chgData name="Alex Liu" userId="586e31c1-b4f5-42dc-992c-03faa1ddbd00" providerId="ADAL" clId="{75FEB2F2-4515-4203-AB8A-56FFA5125F4C}" dt="2026-02-12T17:55:23.148" v="65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Alex Liu" userId="586e31c1-b4f5-42dc-992c-03faa1ddbd00" providerId="ADAL" clId="{75FEB2F2-4515-4203-AB8A-56FFA5125F4C}" dt="2026-02-12T17:55:23.148" v="65" actId="26606"/>
          <ac:spMkLst>
            <pc:docMk/>
            <pc:sldMk cId="0" sldId="256"/>
            <ac:spMk id="3" creationId="{00000000-0000-0000-0000-000000000000}"/>
          </ac:spMkLst>
        </pc:spChg>
        <pc:spChg chg="add">
          <ac:chgData name="Alex Liu" userId="586e31c1-b4f5-42dc-992c-03faa1ddbd00" providerId="ADAL" clId="{75FEB2F2-4515-4203-AB8A-56FFA5125F4C}" dt="2026-02-12T17:55:23.148" v="65" actId="26606"/>
          <ac:spMkLst>
            <pc:docMk/>
            <pc:sldMk cId="0" sldId="256"/>
            <ac:spMk id="8" creationId="{46F1F2C8-798B-4CCE-A851-94AFAF350BED}"/>
          </ac:spMkLst>
        </pc:spChg>
        <pc:spChg chg="add">
          <ac:chgData name="Alex Liu" userId="586e31c1-b4f5-42dc-992c-03faa1ddbd00" providerId="ADAL" clId="{75FEB2F2-4515-4203-AB8A-56FFA5125F4C}" dt="2026-02-12T17:55:23.148" v="65" actId="26606"/>
          <ac:spMkLst>
            <pc:docMk/>
            <pc:sldMk cId="0" sldId="256"/>
            <ac:spMk id="10" creationId="{755E9CD0-04B0-4A3C-B291-AD913379C713}"/>
          </ac:spMkLst>
        </pc:spChg>
        <pc:spChg chg="add">
          <ac:chgData name="Alex Liu" userId="586e31c1-b4f5-42dc-992c-03faa1ddbd00" providerId="ADAL" clId="{75FEB2F2-4515-4203-AB8A-56FFA5125F4C}" dt="2026-02-12T17:55:23.148" v="65" actId="26606"/>
          <ac:spMkLst>
            <pc:docMk/>
            <pc:sldMk cId="0" sldId="256"/>
            <ac:spMk id="12" creationId="{1DD8BF3B-6066-418C-8D1A-75C5E396FC04}"/>
          </ac:spMkLst>
        </pc:spChg>
        <pc:spChg chg="add">
          <ac:chgData name="Alex Liu" userId="586e31c1-b4f5-42dc-992c-03faa1ddbd00" providerId="ADAL" clId="{75FEB2F2-4515-4203-AB8A-56FFA5125F4C}" dt="2026-02-12T17:55:23.148" v="65" actId="26606"/>
          <ac:spMkLst>
            <pc:docMk/>
            <pc:sldMk cId="0" sldId="256"/>
            <ac:spMk id="14" creationId="{80BC66F9-7A74-4286-AD22-1174052CC22C}"/>
          </ac:spMkLst>
        </pc:spChg>
        <pc:spChg chg="add">
          <ac:chgData name="Alex Liu" userId="586e31c1-b4f5-42dc-992c-03faa1ddbd00" providerId="ADAL" clId="{75FEB2F2-4515-4203-AB8A-56FFA5125F4C}" dt="2026-02-12T17:55:23.148" v="65" actId="26606"/>
          <ac:spMkLst>
            <pc:docMk/>
            <pc:sldMk cId="0" sldId="256"/>
            <ac:spMk id="16" creationId="{D8142CC3-2B5C-48E6-9DF0-6C8ACBAF23EF}"/>
          </ac:spMkLst>
        </pc:spChg>
        <pc:spChg chg="add">
          <ac:chgData name="Alex Liu" userId="586e31c1-b4f5-42dc-992c-03faa1ddbd00" providerId="ADAL" clId="{75FEB2F2-4515-4203-AB8A-56FFA5125F4C}" dt="2026-02-12T17:55:23.148" v="65" actId="26606"/>
          <ac:spMkLst>
            <pc:docMk/>
            <pc:sldMk cId="0" sldId="256"/>
            <ac:spMk id="20" creationId="{46A89C79-8EF3-4AF9-B3D9-59A883F41C83}"/>
          </ac:spMkLst>
        </pc:spChg>
        <pc:spChg chg="add">
          <ac:chgData name="Alex Liu" userId="586e31c1-b4f5-42dc-992c-03faa1ddbd00" providerId="ADAL" clId="{75FEB2F2-4515-4203-AB8A-56FFA5125F4C}" dt="2026-02-12T17:55:23.148" v="65" actId="26606"/>
          <ac:spMkLst>
            <pc:docMk/>
            <pc:sldMk cId="0" sldId="256"/>
            <ac:spMk id="22" creationId="{EFE5CE34-4543-42E5-B82C-1F3D12422CDD}"/>
          </ac:spMkLst>
        </pc:spChg>
        <pc:spChg chg="add">
          <ac:chgData name="Alex Liu" userId="586e31c1-b4f5-42dc-992c-03faa1ddbd00" providerId="ADAL" clId="{75FEB2F2-4515-4203-AB8A-56FFA5125F4C}" dt="2026-02-12T17:55:23.148" v="65" actId="26606"/>
          <ac:spMkLst>
            <pc:docMk/>
            <pc:sldMk cId="0" sldId="256"/>
            <ac:spMk id="24" creationId="{72AF41FE-63D7-4695-81D2-66D2510E4486}"/>
          </ac:spMkLst>
        </pc:spChg>
      </pc:sldChg>
      <pc:sldChg chg="addSp modSp mod setBg">
        <pc:chgData name="Alex Liu" userId="586e31c1-b4f5-42dc-992c-03faa1ddbd00" providerId="ADAL" clId="{75FEB2F2-4515-4203-AB8A-56FFA5125F4C}" dt="2026-02-12T17:55:30.383" v="68" actId="26606"/>
        <pc:sldMkLst>
          <pc:docMk/>
          <pc:sldMk cId="0" sldId="257"/>
        </pc:sldMkLst>
        <pc:spChg chg="mod">
          <ac:chgData name="Alex Liu" userId="586e31c1-b4f5-42dc-992c-03faa1ddbd00" providerId="ADAL" clId="{75FEB2F2-4515-4203-AB8A-56FFA5125F4C}" dt="2026-02-12T17:55:30.383" v="68" actId="26606"/>
          <ac:spMkLst>
            <pc:docMk/>
            <pc:sldMk cId="0" sldId="257"/>
            <ac:spMk id="2" creationId="{00000000-0000-0000-0000-000000000000}"/>
          </ac:spMkLst>
        </pc:spChg>
        <pc:spChg chg="mod">
          <ac:chgData name="Alex Liu" userId="586e31c1-b4f5-42dc-992c-03faa1ddbd00" providerId="ADAL" clId="{75FEB2F2-4515-4203-AB8A-56FFA5125F4C}" dt="2026-02-12T17:55:30.383" v="68" actId="26606"/>
          <ac:spMkLst>
            <pc:docMk/>
            <pc:sldMk cId="0" sldId="257"/>
            <ac:spMk id="3" creationId="{00000000-0000-0000-0000-000000000000}"/>
          </ac:spMkLst>
        </pc:spChg>
        <pc:spChg chg="add">
          <ac:chgData name="Alex Liu" userId="586e31c1-b4f5-42dc-992c-03faa1ddbd00" providerId="ADAL" clId="{75FEB2F2-4515-4203-AB8A-56FFA5125F4C}" dt="2026-02-12T17:55:30.383" v="68" actId="26606"/>
          <ac:spMkLst>
            <pc:docMk/>
            <pc:sldMk cId="0" sldId="257"/>
            <ac:spMk id="8" creationId="{907EF6B7-1338-4443-8C46-6A318D952DFD}"/>
          </ac:spMkLst>
        </pc:spChg>
        <pc:spChg chg="add">
          <ac:chgData name="Alex Liu" userId="586e31c1-b4f5-42dc-992c-03faa1ddbd00" providerId="ADAL" clId="{75FEB2F2-4515-4203-AB8A-56FFA5125F4C}" dt="2026-02-12T17:55:30.383" v="68" actId="26606"/>
          <ac:spMkLst>
            <pc:docMk/>
            <pc:sldMk cId="0" sldId="257"/>
            <ac:spMk id="10" creationId="{DAAE4CDD-124C-4DCF-9584-B6033B545DD5}"/>
          </ac:spMkLst>
        </pc:spChg>
        <pc:spChg chg="add">
          <ac:chgData name="Alex Liu" userId="586e31c1-b4f5-42dc-992c-03faa1ddbd00" providerId="ADAL" clId="{75FEB2F2-4515-4203-AB8A-56FFA5125F4C}" dt="2026-02-12T17:55:30.383" v="68" actId="26606"/>
          <ac:spMkLst>
            <pc:docMk/>
            <pc:sldMk cId="0" sldId="257"/>
            <ac:spMk id="12" creationId="{081E4A58-353D-44AE-B2FC-2A74E2E400F7}"/>
          </ac:spMkLst>
        </pc:spChg>
      </pc:sldChg>
      <pc:sldChg chg="addSp modSp mod setBg">
        <pc:chgData name="Alex Liu" userId="586e31c1-b4f5-42dc-992c-03faa1ddbd00" providerId="ADAL" clId="{75FEB2F2-4515-4203-AB8A-56FFA5125F4C}" dt="2026-02-12T17:55:38.053" v="69" actId="26606"/>
        <pc:sldMkLst>
          <pc:docMk/>
          <pc:sldMk cId="0" sldId="258"/>
        </pc:sldMkLst>
        <pc:spChg chg="mod">
          <ac:chgData name="Alex Liu" userId="586e31c1-b4f5-42dc-992c-03faa1ddbd00" providerId="ADAL" clId="{75FEB2F2-4515-4203-AB8A-56FFA5125F4C}" dt="2026-02-12T17:55:38.053" v="69" actId="26606"/>
          <ac:spMkLst>
            <pc:docMk/>
            <pc:sldMk cId="0" sldId="258"/>
            <ac:spMk id="2" creationId="{00000000-0000-0000-0000-000000000000}"/>
          </ac:spMkLst>
        </pc:spChg>
        <pc:spChg chg="mod">
          <ac:chgData name="Alex Liu" userId="586e31c1-b4f5-42dc-992c-03faa1ddbd00" providerId="ADAL" clId="{75FEB2F2-4515-4203-AB8A-56FFA5125F4C}" dt="2026-02-12T17:55:38.053" v="69" actId="26606"/>
          <ac:spMkLst>
            <pc:docMk/>
            <pc:sldMk cId="0" sldId="258"/>
            <ac:spMk id="3" creationId="{00000000-0000-0000-0000-000000000000}"/>
          </ac:spMkLst>
        </pc:spChg>
        <pc:spChg chg="add">
          <ac:chgData name="Alex Liu" userId="586e31c1-b4f5-42dc-992c-03faa1ddbd00" providerId="ADAL" clId="{75FEB2F2-4515-4203-AB8A-56FFA5125F4C}" dt="2026-02-12T17:55:38.053" v="69" actId="26606"/>
          <ac:spMkLst>
            <pc:docMk/>
            <pc:sldMk cId="0" sldId="258"/>
            <ac:spMk id="8" creationId="{907EF6B7-1338-4443-8C46-6A318D952DFD}"/>
          </ac:spMkLst>
        </pc:spChg>
        <pc:spChg chg="add">
          <ac:chgData name="Alex Liu" userId="586e31c1-b4f5-42dc-992c-03faa1ddbd00" providerId="ADAL" clId="{75FEB2F2-4515-4203-AB8A-56FFA5125F4C}" dt="2026-02-12T17:55:38.053" v="69" actId="26606"/>
          <ac:spMkLst>
            <pc:docMk/>
            <pc:sldMk cId="0" sldId="258"/>
            <ac:spMk id="10" creationId="{DAAE4CDD-124C-4DCF-9584-B6033B545DD5}"/>
          </ac:spMkLst>
        </pc:spChg>
        <pc:spChg chg="add">
          <ac:chgData name="Alex Liu" userId="586e31c1-b4f5-42dc-992c-03faa1ddbd00" providerId="ADAL" clId="{75FEB2F2-4515-4203-AB8A-56FFA5125F4C}" dt="2026-02-12T17:55:38.053" v="69" actId="26606"/>
          <ac:spMkLst>
            <pc:docMk/>
            <pc:sldMk cId="0" sldId="258"/>
            <ac:spMk id="12" creationId="{081E4A58-353D-44AE-B2FC-2A74E2E400F7}"/>
          </ac:spMkLst>
        </pc:spChg>
      </pc:sldChg>
      <pc:sldChg chg="modSp mod">
        <pc:chgData name="Alex Liu" userId="586e31c1-b4f5-42dc-992c-03faa1ddbd00" providerId="ADAL" clId="{75FEB2F2-4515-4203-AB8A-56FFA5125F4C}" dt="2026-02-11T20:51:45.153" v="1" actId="1076"/>
        <pc:sldMkLst>
          <pc:docMk/>
          <pc:sldMk cId="0" sldId="259"/>
        </pc:sldMkLst>
        <pc:spChg chg="mod">
          <ac:chgData name="Alex Liu" userId="586e31c1-b4f5-42dc-992c-03faa1ddbd00" providerId="ADAL" clId="{75FEB2F2-4515-4203-AB8A-56FFA5125F4C}" dt="2026-02-11T20:51:45.153" v="1" actId="1076"/>
          <ac:spMkLst>
            <pc:docMk/>
            <pc:sldMk cId="0" sldId="259"/>
            <ac:spMk id="4" creationId="{00000000-0000-0000-0000-000000000000}"/>
          </ac:spMkLst>
        </pc:spChg>
        <pc:picChg chg="mod">
          <ac:chgData name="Alex Liu" userId="586e31c1-b4f5-42dc-992c-03faa1ddbd00" providerId="ADAL" clId="{75FEB2F2-4515-4203-AB8A-56FFA5125F4C}" dt="2026-02-11T20:51:42.232" v="0" actId="14100"/>
          <ac:picMkLst>
            <pc:docMk/>
            <pc:sldMk cId="0" sldId="259"/>
            <ac:picMk id="3" creationId="{00000000-0000-0000-0000-000000000000}"/>
          </ac:picMkLst>
        </pc:picChg>
      </pc:sldChg>
      <pc:sldChg chg="modSp del mod">
        <pc:chgData name="Alex Liu" userId="586e31c1-b4f5-42dc-992c-03faa1ddbd00" providerId="ADAL" clId="{75FEB2F2-4515-4203-AB8A-56FFA5125F4C}" dt="2026-02-12T17:46:13.025" v="55" actId="47"/>
        <pc:sldMkLst>
          <pc:docMk/>
          <pc:sldMk cId="0" sldId="260"/>
        </pc:sldMkLst>
        <pc:spChg chg="mod">
          <ac:chgData name="Alex Liu" userId="586e31c1-b4f5-42dc-992c-03faa1ddbd00" providerId="ADAL" clId="{75FEB2F2-4515-4203-AB8A-56FFA5125F4C}" dt="2026-02-11T20:51:55.172" v="3" actId="1076"/>
          <ac:spMkLst>
            <pc:docMk/>
            <pc:sldMk cId="0" sldId="260"/>
            <ac:spMk id="4" creationId="{00000000-0000-0000-0000-000000000000}"/>
          </ac:spMkLst>
        </pc:spChg>
        <pc:picChg chg="mod">
          <ac:chgData name="Alex Liu" userId="586e31c1-b4f5-42dc-992c-03faa1ddbd00" providerId="ADAL" clId="{75FEB2F2-4515-4203-AB8A-56FFA5125F4C}" dt="2026-02-11T20:51:49.268" v="2" actId="14100"/>
          <ac:picMkLst>
            <pc:docMk/>
            <pc:sldMk cId="0" sldId="260"/>
            <ac:picMk id="3" creationId="{00000000-0000-0000-0000-000000000000}"/>
          </ac:picMkLst>
        </pc:picChg>
      </pc:sldChg>
      <pc:sldChg chg="modSp mod">
        <pc:chgData name="Alex Liu" userId="586e31c1-b4f5-42dc-992c-03faa1ddbd00" providerId="ADAL" clId="{75FEB2F2-4515-4203-AB8A-56FFA5125F4C}" dt="2026-02-11T20:52:07.079" v="5" actId="1076"/>
        <pc:sldMkLst>
          <pc:docMk/>
          <pc:sldMk cId="0" sldId="261"/>
        </pc:sldMkLst>
        <pc:spChg chg="mod">
          <ac:chgData name="Alex Liu" userId="586e31c1-b4f5-42dc-992c-03faa1ddbd00" providerId="ADAL" clId="{75FEB2F2-4515-4203-AB8A-56FFA5125F4C}" dt="2026-02-11T20:52:07.079" v="5" actId="1076"/>
          <ac:spMkLst>
            <pc:docMk/>
            <pc:sldMk cId="0" sldId="261"/>
            <ac:spMk id="4" creationId="{00000000-0000-0000-0000-000000000000}"/>
          </ac:spMkLst>
        </pc:spChg>
        <pc:picChg chg="mod">
          <ac:chgData name="Alex Liu" userId="586e31c1-b4f5-42dc-992c-03faa1ddbd00" providerId="ADAL" clId="{75FEB2F2-4515-4203-AB8A-56FFA5125F4C}" dt="2026-02-11T20:52:04.210" v="4" actId="14100"/>
          <ac:picMkLst>
            <pc:docMk/>
            <pc:sldMk cId="0" sldId="261"/>
            <ac:picMk id="3" creationId="{00000000-0000-0000-0000-000000000000}"/>
          </ac:picMkLst>
        </pc:picChg>
      </pc:sldChg>
      <pc:sldChg chg="addSp delSp modSp mod">
        <pc:chgData name="Alex Liu" userId="586e31c1-b4f5-42dc-992c-03faa1ddbd00" providerId="ADAL" clId="{75FEB2F2-4515-4203-AB8A-56FFA5125F4C}" dt="2026-02-12T17:51:21.521" v="64"/>
        <pc:sldMkLst>
          <pc:docMk/>
          <pc:sldMk cId="0" sldId="262"/>
        </pc:sldMkLst>
        <pc:spChg chg="mod">
          <ac:chgData name="Alex Liu" userId="586e31c1-b4f5-42dc-992c-03faa1ddbd00" providerId="ADAL" clId="{75FEB2F2-4515-4203-AB8A-56FFA5125F4C}" dt="2026-02-12T00:46:52.651" v="54" actId="27636"/>
          <ac:spMkLst>
            <pc:docMk/>
            <pc:sldMk cId="0" sldId="262"/>
            <ac:spMk id="2" creationId="{00000000-0000-0000-0000-000000000000}"/>
          </ac:spMkLst>
        </pc:spChg>
        <pc:spChg chg="add">
          <ac:chgData name="Alex Liu" userId="586e31c1-b4f5-42dc-992c-03faa1ddbd00" providerId="ADAL" clId="{75FEB2F2-4515-4203-AB8A-56FFA5125F4C}" dt="2026-02-12T17:48:11.318" v="60"/>
          <ac:spMkLst>
            <pc:docMk/>
            <pc:sldMk cId="0" sldId="262"/>
            <ac:spMk id="5" creationId="{6828B8E0-CD54-B92D-5C18-05517563778D}"/>
          </ac:spMkLst>
        </pc:spChg>
        <pc:spChg chg="add">
          <ac:chgData name="Alex Liu" userId="586e31c1-b4f5-42dc-992c-03faa1ddbd00" providerId="ADAL" clId="{75FEB2F2-4515-4203-AB8A-56FFA5125F4C}" dt="2026-02-12T17:51:19.614" v="63"/>
          <ac:spMkLst>
            <pc:docMk/>
            <pc:sldMk cId="0" sldId="262"/>
            <ac:spMk id="7" creationId="{D3B1943A-FDB1-8648-C8F5-B6C6178272C6}"/>
          </ac:spMkLst>
        </pc:spChg>
        <pc:picChg chg="del mod">
          <ac:chgData name="Alex Liu" userId="586e31c1-b4f5-42dc-992c-03faa1ddbd00" providerId="ADAL" clId="{75FEB2F2-4515-4203-AB8A-56FFA5125F4C}" dt="2026-02-12T17:48:10.450" v="59" actId="478"/>
          <ac:picMkLst>
            <pc:docMk/>
            <pc:sldMk cId="0" sldId="262"/>
            <ac:picMk id="3" creationId="{00000000-0000-0000-0000-000000000000}"/>
          </ac:picMkLst>
        </pc:picChg>
        <pc:picChg chg="add del">
          <ac:chgData name="Alex Liu" userId="586e31c1-b4f5-42dc-992c-03faa1ddbd00" providerId="ADAL" clId="{75FEB2F2-4515-4203-AB8A-56FFA5125F4C}" dt="2026-02-12T17:51:18.841" v="62" actId="478"/>
          <ac:picMkLst>
            <pc:docMk/>
            <pc:sldMk cId="0" sldId="262"/>
            <ac:picMk id="6" creationId="{C37DC354-B0AF-B16A-CE44-32DFAF9A83D4}"/>
          </ac:picMkLst>
        </pc:picChg>
        <pc:picChg chg="add">
          <ac:chgData name="Alex Liu" userId="586e31c1-b4f5-42dc-992c-03faa1ddbd00" providerId="ADAL" clId="{75FEB2F2-4515-4203-AB8A-56FFA5125F4C}" dt="2026-02-12T17:51:21.521" v="64"/>
          <ac:picMkLst>
            <pc:docMk/>
            <pc:sldMk cId="0" sldId="262"/>
            <ac:picMk id="8" creationId="{05A09689-58DB-43F1-71A1-F03CC52F8728}"/>
          </ac:picMkLst>
        </pc:picChg>
      </pc:sldChg>
      <pc:sldChg chg="modSp del mod">
        <pc:chgData name="Alex Liu" userId="586e31c1-b4f5-42dc-992c-03faa1ddbd00" providerId="ADAL" clId="{75FEB2F2-4515-4203-AB8A-56FFA5125F4C}" dt="2026-02-12T17:46:29.996" v="56" actId="47"/>
        <pc:sldMkLst>
          <pc:docMk/>
          <pc:sldMk cId="0" sldId="263"/>
        </pc:sldMkLst>
        <pc:picChg chg="mod">
          <ac:chgData name="Alex Liu" userId="586e31c1-b4f5-42dc-992c-03faa1ddbd00" providerId="ADAL" clId="{75FEB2F2-4515-4203-AB8A-56FFA5125F4C}" dt="2026-02-11T20:52:24.055" v="10" actId="1076"/>
          <ac:picMkLst>
            <pc:docMk/>
            <pc:sldMk cId="0" sldId="263"/>
            <ac:picMk id="3" creationId="{00000000-0000-0000-0000-000000000000}"/>
          </ac:picMkLst>
        </pc:picChg>
      </pc:sldChg>
      <pc:sldChg chg="modSp del mod">
        <pc:chgData name="Alex Liu" userId="586e31c1-b4f5-42dc-992c-03faa1ddbd00" providerId="ADAL" clId="{75FEB2F2-4515-4203-AB8A-56FFA5125F4C}" dt="2026-02-12T17:46:34.748" v="57" actId="47"/>
        <pc:sldMkLst>
          <pc:docMk/>
          <pc:sldMk cId="0" sldId="264"/>
        </pc:sldMkLst>
        <pc:picChg chg="mod">
          <ac:chgData name="Alex Liu" userId="586e31c1-b4f5-42dc-992c-03faa1ddbd00" providerId="ADAL" clId="{75FEB2F2-4515-4203-AB8A-56FFA5125F4C}" dt="2026-02-11T20:52:36.805" v="12" actId="1076"/>
          <ac:picMkLst>
            <pc:docMk/>
            <pc:sldMk cId="0" sldId="264"/>
            <ac:picMk id="3" creationId="{00000000-0000-0000-0000-000000000000}"/>
          </ac:picMkLst>
        </pc:picChg>
      </pc:sldChg>
      <pc:sldChg chg="modSp del mod">
        <pc:chgData name="Alex Liu" userId="586e31c1-b4f5-42dc-992c-03faa1ddbd00" providerId="ADAL" clId="{75FEB2F2-4515-4203-AB8A-56FFA5125F4C}" dt="2026-02-12T17:46:36.829" v="58" actId="47"/>
        <pc:sldMkLst>
          <pc:docMk/>
          <pc:sldMk cId="0" sldId="265"/>
        </pc:sldMkLst>
        <pc:spChg chg="mod">
          <ac:chgData name="Alex Liu" userId="586e31c1-b4f5-42dc-992c-03faa1ddbd00" providerId="ADAL" clId="{75FEB2F2-4515-4203-AB8A-56FFA5125F4C}" dt="2026-02-11T22:30:25.403" v="25" actId="20577"/>
          <ac:spMkLst>
            <pc:docMk/>
            <pc:sldMk cId="0" sldId="265"/>
            <ac:spMk id="3" creationId="{00000000-0000-0000-0000-000000000000}"/>
          </ac:spMkLst>
        </pc:spChg>
      </pc:sldChg>
      <pc:sldChg chg="addSp modSp mod setBg">
        <pc:chgData name="Alex Liu" userId="586e31c1-b4f5-42dc-992c-03faa1ddbd00" providerId="ADAL" clId="{75FEB2F2-4515-4203-AB8A-56FFA5125F4C}" dt="2026-02-12T17:55:51.181" v="70" actId="26606"/>
        <pc:sldMkLst>
          <pc:docMk/>
          <pc:sldMk cId="0" sldId="266"/>
        </pc:sldMkLst>
        <pc:spChg chg="mod">
          <ac:chgData name="Alex Liu" userId="586e31c1-b4f5-42dc-992c-03faa1ddbd00" providerId="ADAL" clId="{75FEB2F2-4515-4203-AB8A-56FFA5125F4C}" dt="2026-02-12T17:55:51.181" v="70" actId="26606"/>
          <ac:spMkLst>
            <pc:docMk/>
            <pc:sldMk cId="0" sldId="266"/>
            <ac:spMk id="2" creationId="{00000000-0000-0000-0000-000000000000}"/>
          </ac:spMkLst>
        </pc:spChg>
        <pc:spChg chg="mod">
          <ac:chgData name="Alex Liu" userId="586e31c1-b4f5-42dc-992c-03faa1ddbd00" providerId="ADAL" clId="{75FEB2F2-4515-4203-AB8A-56FFA5125F4C}" dt="2026-02-12T17:55:51.181" v="70" actId="26606"/>
          <ac:spMkLst>
            <pc:docMk/>
            <pc:sldMk cId="0" sldId="266"/>
            <ac:spMk id="3" creationId="{00000000-0000-0000-0000-000000000000}"/>
          </ac:spMkLst>
        </pc:spChg>
        <pc:spChg chg="add">
          <ac:chgData name="Alex Liu" userId="586e31c1-b4f5-42dc-992c-03faa1ddbd00" providerId="ADAL" clId="{75FEB2F2-4515-4203-AB8A-56FFA5125F4C}" dt="2026-02-12T17:55:51.181" v="70" actId="26606"/>
          <ac:spMkLst>
            <pc:docMk/>
            <pc:sldMk cId="0" sldId="266"/>
            <ac:spMk id="8" creationId="{907EF6B7-1338-4443-8C46-6A318D952DFD}"/>
          </ac:spMkLst>
        </pc:spChg>
        <pc:spChg chg="add">
          <ac:chgData name="Alex Liu" userId="586e31c1-b4f5-42dc-992c-03faa1ddbd00" providerId="ADAL" clId="{75FEB2F2-4515-4203-AB8A-56FFA5125F4C}" dt="2026-02-12T17:55:51.181" v="70" actId="26606"/>
          <ac:spMkLst>
            <pc:docMk/>
            <pc:sldMk cId="0" sldId="266"/>
            <ac:spMk id="10" creationId="{DAAE4CDD-124C-4DCF-9584-B6033B545DD5}"/>
          </ac:spMkLst>
        </pc:spChg>
        <pc:spChg chg="add">
          <ac:chgData name="Alex Liu" userId="586e31c1-b4f5-42dc-992c-03faa1ddbd00" providerId="ADAL" clId="{75FEB2F2-4515-4203-AB8A-56FFA5125F4C}" dt="2026-02-12T17:55:51.181" v="70" actId="26606"/>
          <ac:spMkLst>
            <pc:docMk/>
            <pc:sldMk cId="0" sldId="266"/>
            <ac:spMk id="12" creationId="{081E4A58-353D-44AE-B2FC-2A74E2E400F7}"/>
          </ac:spMkLst>
        </pc:spChg>
      </pc:sldChg>
      <pc:sldChg chg="addSp modSp mod setBg">
        <pc:chgData name="Alex Liu" userId="586e31c1-b4f5-42dc-992c-03faa1ddbd00" providerId="ADAL" clId="{75FEB2F2-4515-4203-AB8A-56FFA5125F4C}" dt="2026-02-12T17:55:58.719" v="71" actId="26606"/>
        <pc:sldMkLst>
          <pc:docMk/>
          <pc:sldMk cId="0" sldId="267"/>
        </pc:sldMkLst>
        <pc:spChg chg="mod">
          <ac:chgData name="Alex Liu" userId="586e31c1-b4f5-42dc-992c-03faa1ddbd00" providerId="ADAL" clId="{75FEB2F2-4515-4203-AB8A-56FFA5125F4C}" dt="2026-02-12T17:55:58.719" v="71" actId="26606"/>
          <ac:spMkLst>
            <pc:docMk/>
            <pc:sldMk cId="0" sldId="267"/>
            <ac:spMk id="2" creationId="{00000000-0000-0000-0000-000000000000}"/>
          </ac:spMkLst>
        </pc:spChg>
        <pc:spChg chg="mod">
          <ac:chgData name="Alex Liu" userId="586e31c1-b4f5-42dc-992c-03faa1ddbd00" providerId="ADAL" clId="{75FEB2F2-4515-4203-AB8A-56FFA5125F4C}" dt="2026-02-12T17:55:58.719" v="71" actId="26606"/>
          <ac:spMkLst>
            <pc:docMk/>
            <pc:sldMk cId="0" sldId="267"/>
            <ac:spMk id="3" creationId="{00000000-0000-0000-0000-000000000000}"/>
          </ac:spMkLst>
        </pc:spChg>
        <pc:spChg chg="add">
          <ac:chgData name="Alex Liu" userId="586e31c1-b4f5-42dc-992c-03faa1ddbd00" providerId="ADAL" clId="{75FEB2F2-4515-4203-AB8A-56FFA5125F4C}" dt="2026-02-12T17:55:58.719" v="71" actId="26606"/>
          <ac:spMkLst>
            <pc:docMk/>
            <pc:sldMk cId="0" sldId="267"/>
            <ac:spMk id="8" creationId="{907EF6B7-1338-4443-8C46-6A318D952DFD}"/>
          </ac:spMkLst>
        </pc:spChg>
        <pc:spChg chg="add">
          <ac:chgData name="Alex Liu" userId="586e31c1-b4f5-42dc-992c-03faa1ddbd00" providerId="ADAL" clId="{75FEB2F2-4515-4203-AB8A-56FFA5125F4C}" dt="2026-02-12T17:55:58.719" v="71" actId="26606"/>
          <ac:spMkLst>
            <pc:docMk/>
            <pc:sldMk cId="0" sldId="267"/>
            <ac:spMk id="10" creationId="{DAAE4CDD-124C-4DCF-9584-B6033B545DD5}"/>
          </ac:spMkLst>
        </pc:spChg>
        <pc:spChg chg="add">
          <ac:chgData name="Alex Liu" userId="586e31c1-b4f5-42dc-992c-03faa1ddbd00" providerId="ADAL" clId="{75FEB2F2-4515-4203-AB8A-56FFA5125F4C}" dt="2026-02-12T17:55:58.719" v="71" actId="26606"/>
          <ac:spMkLst>
            <pc:docMk/>
            <pc:sldMk cId="0" sldId="267"/>
            <ac:spMk id="12" creationId="{081E4A58-353D-44AE-B2FC-2A74E2E400F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6F1F2C8-798B-4CCE-A851-94AFAF350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8181" y="1220919"/>
            <a:ext cx="4069335" cy="2387600"/>
          </a:xfrm>
        </p:spPr>
        <p:txBody>
          <a:bodyPr>
            <a:normAutofit/>
          </a:bodyPr>
          <a:lstStyle/>
          <a:p>
            <a:pPr algn="l"/>
            <a:r>
              <a:rPr dirty="0"/>
              <a:t>Call Volume Forecasting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8181" y="3700594"/>
            <a:ext cx="4069335" cy="1655762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CA" sz="2700"/>
              <a:t>Predictive Analysis | Time-Series Forecasting for Staffing &amp; Resource Allocation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55E9CD0-04B0-4A3C-B291-AD913379C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DD8BF3B-6066-418C-8D1A-75C5E396F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2624479"/>
            <a:ext cx="609320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80BC66F9-7A74-4286-AD22-1174052CC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85863" y="1500844"/>
            <a:ext cx="23876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8142CC3-2B5C-48E6-9DF0-6C8ACBAF2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B2D303B-3DD0-4319-9EAD-361847FEC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6A89C79-8EF3-4AF9-B3D9-59A883F41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4112081"/>
            <a:ext cx="889838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EFE5CE34-4543-42E5-B82C-1F3D12422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4145122"/>
            <a:ext cx="3062574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72AF41FE-63D7-4695-81D2-66D2510E4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4962670"/>
            <a:ext cx="1982514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CA">
                <a:solidFill>
                  <a:srgbClr val="FFFFFF"/>
                </a:solidFill>
              </a:rPr>
              <a:t>Business Problem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defRPr sz="2200"/>
            </a:pPr>
            <a:r>
              <a:rPr lang="en-CA" sz="2200"/>
              <a:t>Call volumes fluctuate by weekday, seasonality, and external events</a:t>
            </a:r>
          </a:p>
          <a:p>
            <a:pPr>
              <a:defRPr sz="2200"/>
            </a:pPr>
            <a:r>
              <a:rPr lang="en-CA" sz="2200"/>
              <a:t>Under-forecasting → long wait times, SLA breaches</a:t>
            </a:r>
          </a:p>
          <a:p>
            <a:pPr>
              <a:defRPr sz="2200"/>
            </a:pPr>
            <a:r>
              <a:rPr lang="en-CA" sz="2200"/>
              <a:t>Over-forecasting → unnecessary staffing cost</a:t>
            </a:r>
          </a:p>
          <a:p>
            <a:pPr>
              <a:defRPr sz="2200"/>
            </a:pPr>
            <a:r>
              <a:rPr lang="en-CA" sz="2200"/>
              <a:t>Goal: forecast daily call volumes to support better capacity planning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CA">
                <a:solidFill>
                  <a:srgbClr val="FFFFFF"/>
                </a:solidFill>
              </a:rPr>
              <a:t>Approach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defRPr sz="2200"/>
            </a:pPr>
            <a:r>
              <a:rPr lang="en-CA" sz="2200"/>
              <a:t>Data preparation: daily call volume time series from </a:t>
            </a:r>
            <a:r>
              <a:rPr lang="en-CA" sz="2200" err="1"/>
              <a:t>Talkdesk</a:t>
            </a:r>
            <a:endParaRPr lang="en-CA" sz="2200"/>
          </a:p>
          <a:p>
            <a:pPr>
              <a:defRPr sz="2200"/>
            </a:pPr>
            <a:r>
              <a:rPr lang="en-CA" sz="2200"/>
              <a:t>Exploratory analysis: trend + weekday seasonality</a:t>
            </a:r>
          </a:p>
          <a:p>
            <a:pPr>
              <a:defRPr sz="2200"/>
            </a:pPr>
            <a:r>
              <a:rPr lang="en-CA" sz="2200"/>
              <a:t>Modeling: ARIMA and a second seasonal model Evaluation: 28-day holdout, MAE / RMSE / MAPE</a:t>
            </a:r>
          </a:p>
          <a:p>
            <a:pPr>
              <a:defRPr sz="2200"/>
            </a:pPr>
            <a:r>
              <a:rPr lang="en-CA" sz="2200"/>
              <a:t>Deliverables: forecast charts + residual diagnostics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– Daily Call Volume Over Time</a:t>
            </a:r>
          </a:p>
        </p:txBody>
      </p:sp>
      <p:pic>
        <p:nvPicPr>
          <p:cNvPr id="3" name="Picture 2" descr="01_full_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8055762" cy="36617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0155" y="4983994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A5A5A"/>
                </a:solidFill>
              </a:defRPr>
            </a:pPr>
            <a:r>
              <a:t>Long-term trend and volatility in daily call volumes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Backtesting Setup – Train/Test Split</a:t>
            </a:r>
          </a:p>
        </p:txBody>
      </p:sp>
      <p:pic>
        <p:nvPicPr>
          <p:cNvPr id="3" name="Picture 2" descr="03_train_test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8440014" cy="38363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5494" y="50292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A5A5A"/>
                </a:solidFill>
              </a:defRPr>
            </a:pPr>
            <a:r>
              <a:rPr dirty="0"/>
              <a:t>Final 28 days used as holdout to simulate real forecasting performance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Model  </a:t>
            </a:r>
            <a:r>
              <a:rPr dirty="0"/>
              <a:t>– ARIMA (SARIMA) Forecast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A5A5A"/>
                </a:solidFill>
              </a:defRPr>
            </a:pPr>
            <a:r>
              <a:t>ARIMA captures weekly seasonality and short-term dynamics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A09689-58DB-43F1-71A1-F03CC52F8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1872"/>
            <a:ext cx="9144000" cy="42542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CA">
                <a:solidFill>
                  <a:srgbClr val="FFFFFF"/>
                </a:solidFill>
              </a:rPr>
              <a:t>How This Enables Better Staffing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defRPr sz="2200"/>
            </a:pPr>
            <a:r>
              <a:rPr lang="en-CA" sz="2200"/>
              <a:t>Forecasted calls → required agent hours (WFM capacity planning)</a:t>
            </a:r>
          </a:p>
          <a:p>
            <a:pPr>
              <a:defRPr sz="2200"/>
            </a:pPr>
            <a:r>
              <a:rPr lang="en-CA" sz="2200"/>
              <a:t>Better scheduling reduces overtime and improves customer experience</a:t>
            </a:r>
          </a:p>
          <a:p>
            <a:pPr>
              <a:defRPr sz="2200"/>
            </a:pPr>
            <a:r>
              <a:rPr lang="en-CA" sz="2200"/>
              <a:t>Supports proactive decision-making (instead of reactive staffing)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CA" sz="2800">
                <a:solidFill>
                  <a:srgbClr val="FFFFFF"/>
                </a:solidFill>
              </a:rPr>
              <a:t>Next Enhancements (Production)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defRPr sz="2200"/>
            </a:pPr>
            <a:r>
              <a:rPr lang="en-CA" sz="2200"/>
              <a:t>Add regressors: marketing campaigns, outages</a:t>
            </a:r>
          </a:p>
          <a:p>
            <a:pPr>
              <a:defRPr sz="2200"/>
            </a:pPr>
            <a:r>
              <a:rPr lang="en-CA" sz="2200"/>
              <a:t>Move from daily → 30-min interval forecasting for scheduling</a:t>
            </a:r>
          </a:p>
          <a:p>
            <a:pPr>
              <a:defRPr sz="2200"/>
            </a:pPr>
            <a:r>
              <a:rPr lang="en-CA" sz="2200"/>
              <a:t>Automate pipeline: scheduled </a:t>
            </a:r>
            <a:r>
              <a:rPr lang="en-CA" sz="2200" err="1"/>
              <a:t>retrainin</a:t>
            </a:r>
            <a:r>
              <a:rPr lang="en-CA" sz="2200"/>
              <a:t>g + dashboard refresh</a:t>
            </a:r>
          </a:p>
          <a:p>
            <a:pPr>
              <a:defRPr sz="2200"/>
            </a:pPr>
            <a:r>
              <a:rPr lang="en-CA" sz="2200"/>
              <a:t>Deploy results to Power BI / Qlik for leadership reporting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212</Words>
  <Application>Microsoft Office PowerPoint</Application>
  <PresentationFormat>On-screen Show (4:3)</PresentationFormat>
  <Paragraphs>27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Call Volume Forecasting</vt:lpstr>
      <vt:lpstr>Business Problem</vt:lpstr>
      <vt:lpstr>Approach</vt:lpstr>
      <vt:lpstr>EDA – Daily Call Volume Over Time</vt:lpstr>
      <vt:lpstr>Backtesting Setup – Train/Test Split</vt:lpstr>
      <vt:lpstr>Model  – ARIMA (SARIMA) Forecast</vt:lpstr>
      <vt:lpstr>How This Enables Better Staffing</vt:lpstr>
      <vt:lpstr>Next Enhancements (Production)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Alex Liu</cp:lastModifiedBy>
  <cp:revision>1</cp:revision>
  <dcterms:created xsi:type="dcterms:W3CDTF">2013-01-27T09:14:16Z</dcterms:created>
  <dcterms:modified xsi:type="dcterms:W3CDTF">2026-02-12T17:55:59Z</dcterms:modified>
  <cp:category/>
</cp:coreProperties>
</file>