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FA8C9B-D7D4-4A45-9610-92DC002C49E8}" v="14" dt="2026-02-11T23:55:08.283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Liu" userId="586e31c1-b4f5-42dc-992c-03faa1ddbd00" providerId="ADAL" clId="{75FEB2F2-4515-4203-AB8A-56FFA5125F4C}"/>
    <pc:docChg chg="undo custSel addSld modSld sldOrd">
      <pc:chgData name="Alex Liu" userId="586e31c1-b4f5-42dc-992c-03faa1ddbd00" providerId="ADAL" clId="{75FEB2F2-4515-4203-AB8A-56FFA5125F4C}" dt="2026-02-12T17:45:46.157" v="133" actId="20577"/>
      <pc:docMkLst>
        <pc:docMk/>
      </pc:docMkLst>
      <pc:sldChg chg="addSp modSp mod setBg">
        <pc:chgData name="Alex Liu" userId="586e31c1-b4f5-42dc-992c-03faa1ddbd00" providerId="ADAL" clId="{75FEB2F2-4515-4203-AB8A-56FFA5125F4C}" dt="2026-02-11T22:39:45.317" v="96" actId="26606"/>
        <pc:sldMkLst>
          <pc:docMk/>
          <pc:sldMk cId="0" sldId="256"/>
        </pc:sldMkLst>
        <pc:spChg chg="mod">
          <ac:chgData name="Alex Liu" userId="586e31c1-b4f5-42dc-992c-03faa1ddbd00" providerId="ADAL" clId="{75FEB2F2-4515-4203-AB8A-56FFA5125F4C}" dt="2026-02-11T22:39:45.317" v="96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ex Liu" userId="586e31c1-b4f5-42dc-992c-03faa1ddbd00" providerId="ADAL" clId="{75FEB2F2-4515-4203-AB8A-56FFA5125F4C}" dt="2026-02-11T22:39:45.317" v="96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Alex Liu" userId="586e31c1-b4f5-42dc-992c-03faa1ddbd00" providerId="ADAL" clId="{75FEB2F2-4515-4203-AB8A-56FFA5125F4C}" dt="2026-02-11T22:39:45.317" v="96" actId="26606"/>
          <ac:spMkLst>
            <pc:docMk/>
            <pc:sldMk cId="0" sldId="256"/>
            <ac:spMk id="8" creationId="{46F1F2C8-798B-4CCE-A851-94AFAF350BED}"/>
          </ac:spMkLst>
        </pc:spChg>
        <pc:spChg chg="add">
          <ac:chgData name="Alex Liu" userId="586e31c1-b4f5-42dc-992c-03faa1ddbd00" providerId="ADAL" clId="{75FEB2F2-4515-4203-AB8A-56FFA5125F4C}" dt="2026-02-11T22:39:45.317" v="96" actId="26606"/>
          <ac:spMkLst>
            <pc:docMk/>
            <pc:sldMk cId="0" sldId="256"/>
            <ac:spMk id="10" creationId="{755E9CD0-04B0-4A3C-B291-AD913379C713}"/>
          </ac:spMkLst>
        </pc:spChg>
        <pc:spChg chg="add">
          <ac:chgData name="Alex Liu" userId="586e31c1-b4f5-42dc-992c-03faa1ddbd00" providerId="ADAL" clId="{75FEB2F2-4515-4203-AB8A-56FFA5125F4C}" dt="2026-02-11T22:39:45.317" v="96" actId="26606"/>
          <ac:spMkLst>
            <pc:docMk/>
            <pc:sldMk cId="0" sldId="256"/>
            <ac:spMk id="12" creationId="{1DD8BF3B-6066-418C-8D1A-75C5E396FC04}"/>
          </ac:spMkLst>
        </pc:spChg>
        <pc:spChg chg="add">
          <ac:chgData name="Alex Liu" userId="586e31c1-b4f5-42dc-992c-03faa1ddbd00" providerId="ADAL" clId="{75FEB2F2-4515-4203-AB8A-56FFA5125F4C}" dt="2026-02-11T22:39:45.317" v="96" actId="26606"/>
          <ac:spMkLst>
            <pc:docMk/>
            <pc:sldMk cId="0" sldId="256"/>
            <ac:spMk id="14" creationId="{80BC66F9-7A74-4286-AD22-1174052CC22C}"/>
          </ac:spMkLst>
        </pc:spChg>
        <pc:spChg chg="add">
          <ac:chgData name="Alex Liu" userId="586e31c1-b4f5-42dc-992c-03faa1ddbd00" providerId="ADAL" clId="{75FEB2F2-4515-4203-AB8A-56FFA5125F4C}" dt="2026-02-11T22:39:45.317" v="96" actId="26606"/>
          <ac:spMkLst>
            <pc:docMk/>
            <pc:sldMk cId="0" sldId="256"/>
            <ac:spMk id="16" creationId="{D8142CC3-2B5C-48E6-9DF0-6C8ACBAF23EF}"/>
          </ac:spMkLst>
        </pc:spChg>
        <pc:spChg chg="add">
          <ac:chgData name="Alex Liu" userId="586e31c1-b4f5-42dc-992c-03faa1ddbd00" providerId="ADAL" clId="{75FEB2F2-4515-4203-AB8A-56FFA5125F4C}" dt="2026-02-11T22:39:45.317" v="96" actId="26606"/>
          <ac:spMkLst>
            <pc:docMk/>
            <pc:sldMk cId="0" sldId="256"/>
            <ac:spMk id="20" creationId="{46A89C79-8EF3-4AF9-B3D9-59A883F41C83}"/>
          </ac:spMkLst>
        </pc:spChg>
        <pc:spChg chg="add">
          <ac:chgData name="Alex Liu" userId="586e31c1-b4f5-42dc-992c-03faa1ddbd00" providerId="ADAL" clId="{75FEB2F2-4515-4203-AB8A-56FFA5125F4C}" dt="2026-02-11T22:39:45.317" v="96" actId="26606"/>
          <ac:spMkLst>
            <pc:docMk/>
            <pc:sldMk cId="0" sldId="256"/>
            <ac:spMk id="22" creationId="{EFE5CE34-4543-42E5-B82C-1F3D12422CDD}"/>
          </ac:spMkLst>
        </pc:spChg>
        <pc:spChg chg="add">
          <ac:chgData name="Alex Liu" userId="586e31c1-b4f5-42dc-992c-03faa1ddbd00" providerId="ADAL" clId="{75FEB2F2-4515-4203-AB8A-56FFA5125F4C}" dt="2026-02-11T22:39:45.317" v="96" actId="26606"/>
          <ac:spMkLst>
            <pc:docMk/>
            <pc:sldMk cId="0" sldId="256"/>
            <ac:spMk id="24" creationId="{72AF41FE-63D7-4695-81D2-66D2510E4486}"/>
          </ac:spMkLst>
        </pc:spChg>
      </pc:sldChg>
      <pc:sldChg chg="addSp delSp modSp mod setBg">
        <pc:chgData name="Alex Liu" userId="586e31c1-b4f5-42dc-992c-03faa1ddbd00" providerId="ADAL" clId="{75FEB2F2-4515-4203-AB8A-56FFA5125F4C}" dt="2026-02-11T22:39:36.981" v="95" actId="26606"/>
        <pc:sldMkLst>
          <pc:docMk/>
          <pc:sldMk cId="0" sldId="257"/>
        </pc:sldMkLst>
        <pc:spChg chg="mod">
          <ac:chgData name="Alex Liu" userId="586e31c1-b4f5-42dc-992c-03faa1ddbd00" providerId="ADAL" clId="{75FEB2F2-4515-4203-AB8A-56FFA5125F4C}" dt="2026-02-11T22:39:36.981" v="95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lex Liu" userId="586e31c1-b4f5-42dc-992c-03faa1ddbd00" providerId="ADAL" clId="{75FEB2F2-4515-4203-AB8A-56FFA5125F4C}" dt="2026-02-11T22:39:36.981" v="95" actId="26606"/>
          <ac:spMkLst>
            <pc:docMk/>
            <pc:sldMk cId="0" sldId="257"/>
            <ac:spMk id="3" creationId="{00000000-0000-0000-0000-000000000000}"/>
          </ac:spMkLst>
        </pc:spChg>
        <pc:spChg chg="add del mod">
          <ac:chgData name="Alex Liu" userId="586e31c1-b4f5-42dc-992c-03faa1ddbd00" providerId="ADAL" clId="{75FEB2F2-4515-4203-AB8A-56FFA5125F4C}" dt="2026-02-11T22:39:24.960" v="93" actId="478"/>
          <ac:spMkLst>
            <pc:docMk/>
            <pc:sldMk cId="0" sldId="257"/>
            <ac:spMk id="4" creationId="{00000000-0000-0000-0000-000000000000}"/>
          </ac:spMkLst>
        </pc:spChg>
        <pc:spChg chg="add del">
          <ac:chgData name="Alex Liu" userId="586e31c1-b4f5-42dc-992c-03faa1ddbd00" providerId="ADAL" clId="{75FEB2F2-4515-4203-AB8A-56FFA5125F4C}" dt="2026-02-11T22:39:36.981" v="95" actId="26606"/>
          <ac:spMkLst>
            <pc:docMk/>
            <pc:sldMk cId="0" sldId="257"/>
            <ac:spMk id="9" creationId="{4C608BEB-860E-4094-8511-78603564A75E}"/>
          </ac:spMkLst>
        </pc:spChg>
        <pc:spChg chg="add">
          <ac:chgData name="Alex Liu" userId="586e31c1-b4f5-42dc-992c-03faa1ddbd00" providerId="ADAL" clId="{75FEB2F2-4515-4203-AB8A-56FFA5125F4C}" dt="2026-02-11T22:39:36.981" v="95" actId="26606"/>
          <ac:spMkLst>
            <pc:docMk/>
            <pc:sldMk cId="0" sldId="257"/>
            <ac:spMk id="16" creationId="{907EF6B7-1338-4443-8C46-6A318D952DFD}"/>
          </ac:spMkLst>
        </pc:spChg>
        <pc:spChg chg="add">
          <ac:chgData name="Alex Liu" userId="586e31c1-b4f5-42dc-992c-03faa1ddbd00" providerId="ADAL" clId="{75FEB2F2-4515-4203-AB8A-56FFA5125F4C}" dt="2026-02-11T22:39:36.981" v="95" actId="26606"/>
          <ac:spMkLst>
            <pc:docMk/>
            <pc:sldMk cId="0" sldId="257"/>
            <ac:spMk id="18" creationId="{DAAE4CDD-124C-4DCF-9584-B6033B545DD5}"/>
          </ac:spMkLst>
        </pc:spChg>
        <pc:spChg chg="add">
          <ac:chgData name="Alex Liu" userId="586e31c1-b4f5-42dc-992c-03faa1ddbd00" providerId="ADAL" clId="{75FEB2F2-4515-4203-AB8A-56FFA5125F4C}" dt="2026-02-11T22:39:36.981" v="95" actId="26606"/>
          <ac:spMkLst>
            <pc:docMk/>
            <pc:sldMk cId="0" sldId="257"/>
            <ac:spMk id="20" creationId="{081E4A58-353D-44AE-B2FC-2A74E2E400F7}"/>
          </ac:spMkLst>
        </pc:spChg>
        <pc:cxnChg chg="add del">
          <ac:chgData name="Alex Liu" userId="586e31c1-b4f5-42dc-992c-03faa1ddbd00" providerId="ADAL" clId="{75FEB2F2-4515-4203-AB8A-56FFA5125F4C}" dt="2026-02-11T22:39:36.981" v="95" actId="26606"/>
          <ac:cxnSpMkLst>
            <pc:docMk/>
            <pc:sldMk cId="0" sldId="257"/>
            <ac:cxnSpMk id="11" creationId="{1F16A8D4-FE87-4604-88B2-394B5D1EB437}"/>
          </ac:cxnSpMkLst>
        </pc:cxnChg>
      </pc:sldChg>
      <pc:sldChg chg="addSp modSp mod setBg">
        <pc:chgData name="Alex Liu" userId="586e31c1-b4f5-42dc-992c-03faa1ddbd00" providerId="ADAL" clId="{75FEB2F2-4515-4203-AB8A-56FFA5125F4C}" dt="2026-02-11T22:38:59.287" v="89" actId="26606"/>
        <pc:sldMkLst>
          <pc:docMk/>
          <pc:sldMk cId="0" sldId="258"/>
        </pc:sldMkLst>
        <pc:spChg chg="mod">
          <ac:chgData name="Alex Liu" userId="586e31c1-b4f5-42dc-992c-03faa1ddbd00" providerId="ADAL" clId="{75FEB2F2-4515-4203-AB8A-56FFA5125F4C}" dt="2026-02-11T22:38:59.287" v="89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Alex Liu" userId="586e31c1-b4f5-42dc-992c-03faa1ddbd00" providerId="ADAL" clId="{75FEB2F2-4515-4203-AB8A-56FFA5125F4C}" dt="2026-02-11T22:38:59.287" v="89" actId="26606"/>
          <ac:spMkLst>
            <pc:docMk/>
            <pc:sldMk cId="0" sldId="258"/>
            <ac:spMk id="4" creationId="{00000000-0000-0000-0000-000000000000}"/>
          </ac:spMkLst>
        </pc:spChg>
        <pc:spChg chg="add">
          <ac:chgData name="Alex Liu" userId="586e31c1-b4f5-42dc-992c-03faa1ddbd00" providerId="ADAL" clId="{75FEB2F2-4515-4203-AB8A-56FFA5125F4C}" dt="2026-02-11T22:38:59.287" v="89" actId="26606"/>
          <ac:spMkLst>
            <pc:docMk/>
            <pc:sldMk cId="0" sldId="258"/>
            <ac:spMk id="9" creationId="{A8384FB5-9ADC-4DDC-881B-597D56F5B15D}"/>
          </ac:spMkLst>
        </pc:spChg>
        <pc:spChg chg="add">
          <ac:chgData name="Alex Liu" userId="586e31c1-b4f5-42dc-992c-03faa1ddbd00" providerId="ADAL" clId="{75FEB2F2-4515-4203-AB8A-56FFA5125F4C}" dt="2026-02-11T22:38:59.287" v="89" actId="26606"/>
          <ac:spMkLst>
            <pc:docMk/>
            <pc:sldMk cId="0" sldId="258"/>
            <ac:spMk id="11" creationId="{1199E1B1-A8C0-4FE8-A5A8-1CB41D69F857}"/>
          </ac:spMkLst>
        </pc:spChg>
        <pc:spChg chg="add">
          <ac:chgData name="Alex Liu" userId="586e31c1-b4f5-42dc-992c-03faa1ddbd00" providerId="ADAL" clId="{75FEB2F2-4515-4203-AB8A-56FFA5125F4C}" dt="2026-02-11T22:38:59.287" v="89" actId="26606"/>
          <ac:spMkLst>
            <pc:docMk/>
            <pc:sldMk cId="0" sldId="258"/>
            <ac:spMk id="13" creationId="{84A8DE83-DE75-4B41-9DB4-A7EC0B0DEC0B}"/>
          </ac:spMkLst>
        </pc:spChg>
        <pc:spChg chg="add">
          <ac:chgData name="Alex Liu" userId="586e31c1-b4f5-42dc-992c-03faa1ddbd00" providerId="ADAL" clId="{75FEB2F2-4515-4203-AB8A-56FFA5125F4C}" dt="2026-02-11T22:38:59.287" v="89" actId="26606"/>
          <ac:spMkLst>
            <pc:docMk/>
            <pc:sldMk cId="0" sldId="258"/>
            <ac:spMk id="15" creationId="{A7009A0A-BEF5-4EAC-AF15-E4F9F002E239}"/>
          </ac:spMkLst>
        </pc:spChg>
        <pc:graphicFrameChg chg="add mod ord modGraphic">
          <ac:chgData name="Alex Liu" userId="586e31c1-b4f5-42dc-992c-03faa1ddbd00" providerId="ADAL" clId="{75FEB2F2-4515-4203-AB8A-56FFA5125F4C}" dt="2026-02-11T22:38:59.287" v="89" actId="26606"/>
          <ac:graphicFrameMkLst>
            <pc:docMk/>
            <pc:sldMk cId="0" sldId="258"/>
            <ac:graphicFrameMk id="3" creationId="{00000000-0000-0000-0000-000000000000}"/>
          </ac:graphicFrameMkLst>
        </pc:graphicFrameChg>
      </pc:sldChg>
      <pc:sldChg chg="addSp delSp modSp mod setBg">
        <pc:chgData name="Alex Liu" userId="586e31c1-b4f5-42dc-992c-03faa1ddbd00" providerId="ADAL" clId="{75FEB2F2-4515-4203-AB8A-56FFA5125F4C}" dt="2026-02-11T22:38:39.865" v="87" actId="26606"/>
        <pc:sldMkLst>
          <pc:docMk/>
          <pc:sldMk cId="0" sldId="260"/>
        </pc:sldMkLst>
        <pc:spChg chg="mod">
          <ac:chgData name="Alex Liu" userId="586e31c1-b4f5-42dc-992c-03faa1ddbd00" providerId="ADAL" clId="{75FEB2F2-4515-4203-AB8A-56FFA5125F4C}" dt="2026-02-11T22:38:39.865" v="87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Alex Liu" userId="586e31c1-b4f5-42dc-992c-03faa1ddbd00" providerId="ADAL" clId="{75FEB2F2-4515-4203-AB8A-56FFA5125F4C}" dt="2026-02-11T20:07:24.277" v="4" actId="478"/>
          <ac:spMkLst>
            <pc:docMk/>
            <pc:sldMk cId="0" sldId="260"/>
            <ac:spMk id="4" creationId="{00000000-0000-0000-0000-000000000000}"/>
          </ac:spMkLst>
        </pc:spChg>
        <pc:spChg chg="add">
          <ac:chgData name="Alex Liu" userId="586e31c1-b4f5-42dc-992c-03faa1ddbd00" providerId="ADAL" clId="{75FEB2F2-4515-4203-AB8A-56FFA5125F4C}" dt="2026-02-11T22:38:39.865" v="87" actId="26606"/>
          <ac:spMkLst>
            <pc:docMk/>
            <pc:sldMk cId="0" sldId="260"/>
            <ac:spMk id="8" creationId="{D4771268-CB57-404A-9271-370EB28F6090}"/>
          </ac:spMkLst>
        </pc:spChg>
        <pc:picChg chg="mod">
          <ac:chgData name="Alex Liu" userId="586e31c1-b4f5-42dc-992c-03faa1ddbd00" providerId="ADAL" clId="{75FEB2F2-4515-4203-AB8A-56FFA5125F4C}" dt="2026-02-11T22:38:39.865" v="87" actId="26606"/>
          <ac:picMkLst>
            <pc:docMk/>
            <pc:sldMk cId="0" sldId="260"/>
            <ac:picMk id="3" creationId="{00000000-0000-0000-0000-000000000000}"/>
          </ac:picMkLst>
        </pc:picChg>
      </pc:sldChg>
      <pc:sldChg chg="addSp delSp modSp mod setBg">
        <pc:chgData name="Alex Liu" userId="586e31c1-b4f5-42dc-992c-03faa1ddbd00" providerId="ADAL" clId="{75FEB2F2-4515-4203-AB8A-56FFA5125F4C}" dt="2026-02-11T22:38:34.042" v="86" actId="26606"/>
        <pc:sldMkLst>
          <pc:docMk/>
          <pc:sldMk cId="0" sldId="261"/>
        </pc:sldMkLst>
        <pc:spChg chg="mod">
          <ac:chgData name="Alex Liu" userId="586e31c1-b4f5-42dc-992c-03faa1ddbd00" providerId="ADAL" clId="{75FEB2F2-4515-4203-AB8A-56FFA5125F4C}" dt="2026-02-11T22:38:34.042" v="86" actId="26606"/>
          <ac:spMkLst>
            <pc:docMk/>
            <pc:sldMk cId="0" sldId="261"/>
            <ac:spMk id="2" creationId="{00000000-0000-0000-0000-000000000000}"/>
          </ac:spMkLst>
        </pc:spChg>
        <pc:spChg chg="del">
          <ac:chgData name="Alex Liu" userId="586e31c1-b4f5-42dc-992c-03faa1ddbd00" providerId="ADAL" clId="{75FEB2F2-4515-4203-AB8A-56FFA5125F4C}" dt="2026-02-11T20:07:13.598" v="1" actId="478"/>
          <ac:spMkLst>
            <pc:docMk/>
            <pc:sldMk cId="0" sldId="261"/>
            <ac:spMk id="4" creationId="{00000000-0000-0000-0000-000000000000}"/>
          </ac:spMkLst>
        </pc:spChg>
        <pc:spChg chg="add">
          <ac:chgData name="Alex Liu" userId="586e31c1-b4f5-42dc-992c-03faa1ddbd00" providerId="ADAL" clId="{75FEB2F2-4515-4203-AB8A-56FFA5125F4C}" dt="2026-02-11T22:37:52.432" v="56"/>
          <ac:spMkLst>
            <pc:docMk/>
            <pc:sldMk cId="0" sldId="261"/>
            <ac:spMk id="4" creationId="{6017EBEA-BCDD-3050-EE44-EC3EEBE611BE}"/>
          </ac:spMkLst>
        </pc:spChg>
        <pc:spChg chg="add">
          <ac:chgData name="Alex Liu" userId="586e31c1-b4f5-42dc-992c-03faa1ddbd00" providerId="ADAL" clId="{75FEB2F2-4515-4203-AB8A-56FFA5125F4C}" dt="2026-02-11T22:38:34.042" v="86" actId="26606"/>
          <ac:spMkLst>
            <pc:docMk/>
            <pc:sldMk cId="0" sldId="261"/>
            <ac:spMk id="10" creationId="{D4771268-CB57-404A-9271-370EB28F6090}"/>
          </ac:spMkLst>
        </pc:spChg>
        <pc:picChg chg="del mod">
          <ac:chgData name="Alex Liu" userId="586e31c1-b4f5-42dc-992c-03faa1ddbd00" providerId="ADAL" clId="{75FEB2F2-4515-4203-AB8A-56FFA5125F4C}" dt="2026-02-11T22:37:58.249" v="59" actId="478"/>
          <ac:picMkLst>
            <pc:docMk/>
            <pc:sldMk cId="0" sldId="261"/>
            <ac:picMk id="3" creationId="{00000000-0000-0000-0000-000000000000}"/>
          </ac:picMkLst>
        </pc:picChg>
        <pc:picChg chg="add mod">
          <ac:chgData name="Alex Liu" userId="586e31c1-b4f5-42dc-992c-03faa1ddbd00" providerId="ADAL" clId="{75FEB2F2-4515-4203-AB8A-56FFA5125F4C}" dt="2026-02-11T22:38:34.042" v="86" actId="26606"/>
          <ac:picMkLst>
            <pc:docMk/>
            <pc:sldMk cId="0" sldId="261"/>
            <ac:picMk id="5" creationId="{4A8E3926-C048-B925-D1F0-78127FAB67E5}"/>
          </ac:picMkLst>
        </pc:picChg>
      </pc:sldChg>
      <pc:sldChg chg="addSp delSp modSp mod setBg">
        <pc:chgData name="Alex Liu" userId="586e31c1-b4f5-42dc-992c-03faa1ddbd00" providerId="ADAL" clId="{75FEB2F2-4515-4203-AB8A-56FFA5125F4C}" dt="2026-02-11T22:38:47.037" v="88" actId="26606"/>
        <pc:sldMkLst>
          <pc:docMk/>
          <pc:sldMk cId="0" sldId="262"/>
        </pc:sldMkLst>
        <pc:spChg chg="mod">
          <ac:chgData name="Alex Liu" userId="586e31c1-b4f5-42dc-992c-03faa1ddbd00" providerId="ADAL" clId="{75FEB2F2-4515-4203-AB8A-56FFA5125F4C}" dt="2026-02-11T22:38:47.037" v="88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Alex Liu" userId="586e31c1-b4f5-42dc-992c-03faa1ddbd00" providerId="ADAL" clId="{75FEB2F2-4515-4203-AB8A-56FFA5125F4C}" dt="2026-02-11T20:07:39.311" v="8" actId="478"/>
          <ac:spMkLst>
            <pc:docMk/>
            <pc:sldMk cId="0" sldId="262"/>
            <ac:spMk id="4" creationId="{00000000-0000-0000-0000-000000000000}"/>
          </ac:spMkLst>
        </pc:spChg>
        <pc:spChg chg="add">
          <ac:chgData name="Alex Liu" userId="586e31c1-b4f5-42dc-992c-03faa1ddbd00" providerId="ADAL" clId="{75FEB2F2-4515-4203-AB8A-56FFA5125F4C}" dt="2026-02-11T22:38:47.037" v="88" actId="26606"/>
          <ac:spMkLst>
            <pc:docMk/>
            <pc:sldMk cId="0" sldId="262"/>
            <ac:spMk id="8" creationId="{D4771268-CB57-404A-9271-370EB28F6090}"/>
          </ac:spMkLst>
        </pc:spChg>
        <pc:picChg chg="mod">
          <ac:chgData name="Alex Liu" userId="586e31c1-b4f5-42dc-992c-03faa1ddbd00" providerId="ADAL" clId="{75FEB2F2-4515-4203-AB8A-56FFA5125F4C}" dt="2026-02-11T22:38:47.037" v="88" actId="26606"/>
          <ac:picMkLst>
            <pc:docMk/>
            <pc:sldMk cId="0" sldId="262"/>
            <ac:picMk id="3" creationId="{00000000-0000-0000-0000-000000000000}"/>
          </ac:picMkLst>
        </pc:picChg>
      </pc:sldChg>
      <pc:sldChg chg="addSp modSp new mod">
        <pc:chgData name="Alex Liu" userId="586e31c1-b4f5-42dc-992c-03faa1ddbd00" providerId="ADAL" clId="{75FEB2F2-4515-4203-AB8A-56FFA5125F4C}" dt="2026-02-12T17:45:46.157" v="133" actId="20577"/>
        <pc:sldMkLst>
          <pc:docMk/>
          <pc:sldMk cId="1768196619" sldId="263"/>
        </pc:sldMkLst>
        <pc:spChg chg="add mod">
          <ac:chgData name="Alex Liu" userId="586e31c1-b4f5-42dc-992c-03faa1ddbd00" providerId="ADAL" clId="{75FEB2F2-4515-4203-AB8A-56FFA5125F4C}" dt="2026-02-12T17:45:46.157" v="133" actId="20577"/>
          <ac:spMkLst>
            <pc:docMk/>
            <pc:sldMk cId="1768196619" sldId="263"/>
            <ac:spMk id="6" creationId="{E94B32AF-ED0F-C645-C713-0EA5BFB510B5}"/>
          </ac:spMkLst>
        </pc:spChg>
        <pc:picChg chg="add mod">
          <ac:chgData name="Alex Liu" userId="586e31c1-b4f5-42dc-992c-03faa1ddbd00" providerId="ADAL" clId="{75FEB2F2-4515-4203-AB8A-56FFA5125F4C}" dt="2026-02-11T20:11:08.924" v="11" actId="1076"/>
          <ac:picMkLst>
            <pc:docMk/>
            <pc:sldMk cId="1768196619" sldId="263"/>
            <ac:picMk id="3" creationId="{3CC8F0C3-9313-7ED1-EE48-FF6F9C7520DD}"/>
          </ac:picMkLst>
        </pc:picChg>
        <pc:picChg chg="add mod">
          <ac:chgData name="Alex Liu" userId="586e31c1-b4f5-42dc-992c-03faa1ddbd00" providerId="ADAL" clId="{75FEB2F2-4515-4203-AB8A-56FFA5125F4C}" dt="2026-02-11T20:11:27.159" v="13" actId="1076"/>
          <ac:picMkLst>
            <pc:docMk/>
            <pc:sldMk cId="1768196619" sldId="263"/>
            <ac:picMk id="5" creationId="{F3DA51E7-EC1B-D70F-E982-8CCCE575F520}"/>
          </ac:picMkLst>
        </pc:picChg>
      </pc:sldChg>
      <pc:sldChg chg="addSp delSp modSp new mod ord setBg">
        <pc:chgData name="Alex Liu" userId="586e31c1-b4f5-42dc-992c-03faa1ddbd00" providerId="ADAL" clId="{75FEB2F2-4515-4203-AB8A-56FFA5125F4C}" dt="2026-02-11T23:55:33.794" v="131"/>
        <pc:sldMkLst>
          <pc:docMk/>
          <pc:sldMk cId="924812070" sldId="264"/>
        </pc:sldMkLst>
        <pc:spChg chg="add">
          <ac:chgData name="Alex Liu" userId="586e31c1-b4f5-42dc-992c-03faa1ddbd00" providerId="ADAL" clId="{75FEB2F2-4515-4203-AB8A-56FFA5125F4C}" dt="2026-02-11T23:47:43.536" v="98"/>
          <ac:spMkLst>
            <pc:docMk/>
            <pc:sldMk cId="924812070" sldId="264"/>
            <ac:spMk id="2" creationId="{C8A2F5DC-01D3-58F8-CBE5-E16E792A1F65}"/>
          </ac:spMkLst>
        </pc:spChg>
        <pc:spChg chg="add del mod">
          <ac:chgData name="Alex Liu" userId="586e31c1-b4f5-42dc-992c-03faa1ddbd00" providerId="ADAL" clId="{75FEB2F2-4515-4203-AB8A-56FFA5125F4C}" dt="2026-02-11T23:48:21.861" v="112" actId="478"/>
          <ac:spMkLst>
            <pc:docMk/>
            <pc:sldMk cId="924812070" sldId="264"/>
            <ac:spMk id="4" creationId="{890A0BDA-A697-A813-89E3-FD37EDE90B4A}"/>
          </ac:spMkLst>
        </pc:spChg>
        <pc:spChg chg="add">
          <ac:chgData name="Alex Liu" userId="586e31c1-b4f5-42dc-992c-03faa1ddbd00" providerId="ADAL" clId="{75FEB2F2-4515-4203-AB8A-56FFA5125F4C}" dt="2026-02-11T23:49:49.431" v="120"/>
          <ac:spMkLst>
            <pc:docMk/>
            <pc:sldMk cId="924812070" sldId="264"/>
            <ac:spMk id="5" creationId="{FA0AB710-C30A-CA83-562E-0939B630413E}"/>
          </ac:spMkLst>
        </pc:spChg>
        <pc:spChg chg="add">
          <ac:chgData name="Alex Liu" userId="586e31c1-b4f5-42dc-992c-03faa1ddbd00" providerId="ADAL" clId="{75FEB2F2-4515-4203-AB8A-56FFA5125F4C}" dt="2026-02-11T23:55:04.615" v="125"/>
          <ac:spMkLst>
            <pc:docMk/>
            <pc:sldMk cId="924812070" sldId="264"/>
            <ac:spMk id="7" creationId="{BAE8EE21-0630-7CDD-A8B5-54652B6D25A7}"/>
          </ac:spMkLst>
        </pc:spChg>
        <pc:picChg chg="add del mod">
          <ac:chgData name="Alex Liu" userId="586e31c1-b4f5-42dc-992c-03faa1ddbd00" providerId="ADAL" clId="{75FEB2F2-4515-4203-AB8A-56FFA5125F4C}" dt="2026-02-11T23:48:36.860" v="119" actId="478"/>
          <ac:picMkLst>
            <pc:docMk/>
            <pc:sldMk cId="924812070" sldId="264"/>
            <ac:picMk id="3" creationId="{6E901D1C-F79F-5318-2DC4-431ED7CE7711}"/>
          </ac:picMkLst>
        </pc:picChg>
        <pc:picChg chg="add del mod">
          <ac:chgData name="Alex Liu" userId="586e31c1-b4f5-42dc-992c-03faa1ddbd00" providerId="ADAL" clId="{75FEB2F2-4515-4203-AB8A-56FFA5125F4C}" dt="2026-02-11T23:55:03.906" v="124" actId="478"/>
          <ac:picMkLst>
            <pc:docMk/>
            <pc:sldMk cId="924812070" sldId="264"/>
            <ac:picMk id="6" creationId="{8660E409-15D3-597E-B2D3-BC62DE2999E0}"/>
          </ac:picMkLst>
        </pc:picChg>
        <pc:picChg chg="add mod">
          <ac:chgData name="Alex Liu" userId="586e31c1-b4f5-42dc-992c-03faa1ddbd00" providerId="ADAL" clId="{75FEB2F2-4515-4203-AB8A-56FFA5125F4C}" dt="2026-02-11T23:55:18.767" v="129" actId="1038"/>
          <ac:picMkLst>
            <pc:docMk/>
            <pc:sldMk cId="924812070" sldId="264"/>
            <ac:picMk id="8" creationId="{DE7216BF-9972-B97B-BF4B-00EDF7A14BA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8181" y="1220919"/>
            <a:ext cx="4069335" cy="2387600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CA" sz="3700" b="1"/>
              <a:t>Customer Segmentation (K-Means) — Retention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8181" y="3700594"/>
            <a:ext cx="4069335" cy="1655762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800"/>
              </a:spcAft>
            </a:pPr>
            <a:r>
              <a:rPr lang="en-CA" sz="2700"/>
              <a:t>10,000+ customers → 5 groups → targeted actions → 30% reactivation (internal tracking)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00844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Summary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700"/>
              <a:t>Analyzed 10,000+ customer records using anonymized behavioral + value signals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700"/>
              <a:t>Built a K-Means clustering model to classify customers into 5 actionable segments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700"/>
              <a:t>Profiled each segment (recency, frequency, value) and designed targeted retention actions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700"/>
              <a:t>Outcome: supported retention strategy that helped drive 30% customer return / reactivation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 Segments → Retention Strategy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29374" y="390832"/>
            <a:ext cx="2425189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Synthetic example shown. No confidential data included.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103748"/>
              </p:ext>
            </p:extLst>
          </p:nvPr>
        </p:nvGraphicFramePr>
        <p:xfrm>
          <a:off x="1166860" y="1966293"/>
          <a:ext cx="6810281" cy="4452162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58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4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7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6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341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sz="1000" b="0" cap="none" spc="0">
                          <a:solidFill>
                            <a:schemeClr val="bg1"/>
                          </a:solidFill>
                        </a:rPr>
                        <a:t>Tier</a:t>
                      </a:r>
                    </a:p>
                  </a:txBody>
                  <a:tcPr marL="82213" marR="63241" marT="63241" marB="6324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sz="1000" b="0" cap="none" spc="0">
                          <a:solidFill>
                            <a:schemeClr val="bg1"/>
                          </a:solidFill>
                        </a:rPr>
                        <a:t>Segment Name</a:t>
                      </a:r>
                    </a:p>
                  </a:txBody>
                  <a:tcPr marL="82213" marR="63241" marT="63241" marB="6324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sz="1000" b="0" cap="none" spc="0">
                          <a:solidFill>
                            <a:schemeClr val="bg1"/>
                          </a:solidFill>
                        </a:rPr>
                        <a:t>Typical Profile</a:t>
                      </a:r>
                    </a:p>
                  </a:txBody>
                  <a:tcPr marL="82213" marR="63241" marT="63241" marB="6324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sz="1000" b="0" cap="none" spc="0">
                          <a:solidFill>
                            <a:schemeClr val="bg1"/>
                          </a:solidFill>
                        </a:rPr>
                        <a:t>Retention Strategy</a:t>
                      </a:r>
                    </a:p>
                  </a:txBody>
                  <a:tcPr marL="82213" marR="63241" marT="63241" marB="6324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589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Tier 1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VIP Loyalists (Most Valuable)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High value, frequent play, recent activity, long tenure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High-touch personalization:</a:t>
                      </a:r>
                    </a:p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• VIP experiences (e.g., hockey tournament tickets)</a:t>
                      </a:r>
                    </a:p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• Early access / exclusive perks</a:t>
                      </a:r>
                    </a:p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• Reduce friction + priority support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589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Tier 2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At-Risk High Value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High value but declining recency / engagement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Win-back + save strategy:</a:t>
                      </a:r>
                    </a:p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• Proactive outreach</a:t>
                      </a:r>
                    </a:p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• Tailored incentive</a:t>
                      </a:r>
                    </a:p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• Identify blockers (support issues, friction)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027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Tier 3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Deal-Driven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Medium value, high promo responsiveness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Promo personalization:</a:t>
                      </a:r>
                    </a:p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• Offer timing &amp; depth testing</a:t>
                      </a:r>
                    </a:p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• A/B test messaging</a:t>
                      </a:r>
                    </a:p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• Optimize channel (email vs app)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027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Tier 4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New / Growing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Newer customers, lower history, strong digital engagement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Onboarding journey:</a:t>
                      </a:r>
                    </a:p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• Education + habit-building nudges</a:t>
                      </a:r>
                    </a:p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• Next-best action recommendations</a:t>
                      </a:r>
                    </a:p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• Encourage second/third purchase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9589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Tier 5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Dormant / Low Engagement (Least Valuable)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Low value, low frequency, long recency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Low-cost reactivation:</a:t>
                      </a:r>
                    </a:p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• Customer support outreach (email/phone)</a:t>
                      </a:r>
                    </a:p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• Simple win-back offer</a:t>
                      </a:r>
                    </a:p>
                    <a:p>
                      <a:pPr>
                        <a:defRPr sz="1200"/>
                      </a:pPr>
                      <a:r>
                        <a:rPr sz="1000" cap="none" spc="0">
                          <a:solidFill>
                            <a:schemeClr val="tx1"/>
                          </a:solidFill>
                        </a:rPr>
                        <a:t>• Suppress if low ROI</a:t>
                      </a:r>
                    </a:p>
                  </a:txBody>
                  <a:tcPr marL="82213" marR="63241" marT="63241" marB="6324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1E37"/>
                </a:solidFill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82828"/>
                </a:solidFill>
              </a:rPr>
              <a:t>Segmentation made retention actions more targeted and measurable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82828"/>
                </a:solidFill>
              </a:rPr>
              <a:t>Tier 1 received high-touch personalization (experience-based rewards)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82828"/>
                </a:solidFill>
              </a:rPr>
              <a:t>Tier 5 focused on low-cost outreach (email/phone) to control ROI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82828"/>
                </a:solidFill>
              </a:rPr>
              <a:t>This approach supports scalable retention strategy and campaign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Synthetic example shown. No confidential data included.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anchor="ctr">
            <a:normAutofit/>
          </a:bodyPr>
          <a:lstStyle/>
          <a:p>
            <a:r>
              <a:rPr lang="en-CA" sz="2600" b="1">
                <a:solidFill>
                  <a:srgbClr val="FFFFFF"/>
                </a:solidFill>
              </a:rPr>
              <a:t>Visualization 1 — Segment Sizes</a:t>
            </a:r>
          </a:p>
        </p:txBody>
      </p:sp>
      <p:pic>
        <p:nvPicPr>
          <p:cNvPr id="3" name="Picture 2" descr="chart_1_group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987" y="2156454"/>
            <a:ext cx="5085525" cy="25427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2600" b="1">
                <a:solidFill>
                  <a:srgbClr val="FFFFFF"/>
                </a:solidFill>
              </a:rPr>
              <a:t>Visualization 2 — Recency</a:t>
            </a:r>
            <a:r>
              <a:rPr lang="zh-CN" altLang="en-CA" sz="2600" b="1">
                <a:solidFill>
                  <a:srgbClr val="FFFFFF"/>
                </a:solidFill>
              </a:rPr>
              <a:t>， </a:t>
            </a:r>
            <a:r>
              <a:rPr lang="en-CA" altLang="zh-CN" sz="2600" b="1">
                <a:solidFill>
                  <a:srgbClr val="FFFFFF"/>
                </a:solidFill>
              </a:rPr>
              <a:t>Frequency, </a:t>
            </a:r>
            <a:r>
              <a:rPr lang="en-CA" sz="2600" b="1">
                <a:solidFill>
                  <a:srgbClr val="FFFFFF"/>
                </a:solidFill>
              </a:rPr>
              <a:t>Value (Color-coded)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8E3926-C048-B925-D1F0-78127FAB6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987" y="1234703"/>
            <a:ext cx="5085525" cy="43862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E7216BF-9972-B97B-BF4B-00EDF7A14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4" y="1184230"/>
            <a:ext cx="8848600" cy="434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812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anchor="ctr">
            <a:normAutofit/>
          </a:bodyPr>
          <a:lstStyle/>
          <a:p>
            <a:r>
              <a:rPr lang="en-CA" sz="2600" b="1" dirty="0">
                <a:solidFill>
                  <a:srgbClr val="FFFFFF"/>
                </a:solidFill>
              </a:rPr>
              <a:t>Visualization 3 — Transactions by Segment</a:t>
            </a:r>
          </a:p>
        </p:txBody>
      </p:sp>
      <p:pic>
        <p:nvPicPr>
          <p:cNvPr id="3" name="Picture 2" descr="chart_3_txn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987" y="2156454"/>
            <a:ext cx="5085525" cy="25427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C8F0C3-9313-7ED1-EE48-FF6F9C752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3549"/>
            <a:ext cx="9144000" cy="23388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DA51E7-EC1B-D70F-E982-8CCCE575F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46510"/>
            <a:ext cx="9144000" cy="163502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94B32AF-ED0F-C645-C713-0EA5BFB510B5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400" b="1" dirty="0">
                <a:solidFill>
                  <a:srgbClr val="141E37"/>
                </a:solidFill>
              </a:rPr>
              <a:t>D</a:t>
            </a:r>
            <a:r>
              <a:rPr lang="en-US" altLang="zh-CN" sz="3400" b="1" dirty="0" err="1">
                <a:solidFill>
                  <a:srgbClr val="141E37"/>
                </a:solidFill>
              </a:rPr>
              <a:t>ashboard</a:t>
            </a:r>
            <a:r>
              <a:rPr lang="en-US" altLang="zh-CN" sz="3400" b="1" dirty="0">
                <a:solidFill>
                  <a:srgbClr val="141E37"/>
                </a:solidFill>
              </a:rPr>
              <a:t> for the Project </a:t>
            </a:r>
            <a:endParaRPr lang="en-CA" sz="3400" b="1" dirty="0">
              <a:solidFill>
                <a:srgbClr val="141E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196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360</Words>
  <Application>Microsoft Office PowerPoint</Application>
  <PresentationFormat>On-screen Show (4:3)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Customer Segmentation (K-Means) — Retention Strategy</vt:lpstr>
      <vt:lpstr>Project Summary</vt:lpstr>
      <vt:lpstr>5 Segments → Retention Strategy Playbook</vt:lpstr>
      <vt:lpstr>Key Takeaways</vt:lpstr>
      <vt:lpstr>Visualization 1 — Segment Sizes</vt:lpstr>
      <vt:lpstr>Visualization 2 — Recency， Frequency, Value (Color-coded)</vt:lpstr>
      <vt:lpstr>PowerPoint Presentation</vt:lpstr>
      <vt:lpstr>Visualization 3 — Transactions by Segment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 Liu</cp:lastModifiedBy>
  <cp:revision>1</cp:revision>
  <dcterms:created xsi:type="dcterms:W3CDTF">2013-01-27T09:14:16Z</dcterms:created>
  <dcterms:modified xsi:type="dcterms:W3CDTF">2026-02-12T17:45:54Z</dcterms:modified>
  <cp:category/>
</cp:coreProperties>
</file>